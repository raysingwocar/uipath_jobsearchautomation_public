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1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MyCareersFuture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Search Automation v2.0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22860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Release Notes &amp; Business Case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8,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3657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0"/>
            <a:ext cx="7589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architectural redesign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monolithic to modular, enterprise-ready solution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Investment: </a:t>
            </a: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$7,100 - $9,500 (83.5 hours)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Period: </a:t>
            </a: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11-13 months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Benefits: </a:t>
            </a: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$8,300+ in time savings &amp; efficiency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ROI: </a:t>
            </a: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178%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Capability: </a:t>
            </a: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 for unlimited keywords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Investment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Effort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Design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Development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Keyword Feature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Refinement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Training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44934" y="1828800"/>
            <a:ext cx="86130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hrs</a:t>
            </a:r>
            <a:endParaRPr lang="en-US" sz="1400" dirty="0"/>
          </a:p>
          <a:p>
            <a:pPr marL="0" indent="0" algn="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 hrs</a:t>
            </a:r>
            <a:endParaRPr lang="en-US" sz="1400" dirty="0"/>
          </a:p>
          <a:p>
            <a:pPr marL="0" indent="0" algn="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hrs</a:t>
            </a:r>
            <a:endParaRPr lang="en-US" sz="1400" dirty="0"/>
          </a:p>
          <a:p>
            <a:pPr marL="0" indent="0" algn="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hrs</a:t>
            </a:r>
            <a:endParaRPr lang="en-US" sz="1400" dirty="0"/>
          </a:p>
          <a:p>
            <a:pPr marL="0" indent="0" algn="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hrs</a:t>
            </a:r>
            <a:endParaRPr lang="en-US" sz="1400" dirty="0"/>
          </a:p>
          <a:p>
            <a:pPr marL="0" indent="0" algn="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hrs</a:t>
            </a:r>
            <a:endParaRPr lang="en-US" sz="1400" dirty="0"/>
          </a:p>
          <a:p>
            <a:pPr marL="0" indent="0" algn="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297680"/>
            <a:ext cx="34747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343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83.5 hours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Scenarios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Mid-Level Developer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83.5 hrs × $85/hr</a:t>
            </a: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$7,097.50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Team (Recommended)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(30%) + Mid (50%) + Junior (20%)</a:t>
            </a: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$7,670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Budget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15% contingency</a:t>
            </a: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$9,500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Timeline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27432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hrs/week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weeks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projects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18872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188720"/>
            <a:ext cx="27432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03320" y="2011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hrs/week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0332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11-13 weeks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703320" y="33832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Budget-constrained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118872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188720"/>
            <a:ext cx="27432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Team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75120" y="2011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developers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1.5-2 weeks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675120" y="33832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Fast-track delivery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Benefits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Savings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hrs/year × $50/hr</a:t>
            </a: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$6,500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Reduction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validation</a:t>
            </a: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$500-$1,000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Reduction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faster debugging</a:t>
            </a: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34747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7740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$8,300/year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36576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Metrics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0" y="20116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11-13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029200" y="2560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payback period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3200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5029200" y="3749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ROI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4206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$32,000+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45262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net benefit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Evolution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(Old)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37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Design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Main.xaml (219 lines)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workflow file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keyword at a time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output only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modularity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testing infrastructure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2.0 (New)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0" y="1554480"/>
            <a:ext cx="41148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737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2860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reusable components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 (unlimited keywords)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output with formatting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code reusability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infrastructure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date filtering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New Features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554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unlimited keywords from Excel in a single execution. 10x efficiency improvement.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00600" y="109728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00600" y="1097280"/>
            <a:ext cx="73152" cy="1554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Date Filtering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74920" y="1691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jobs by posting date (24hrs, 7 days, 30 days) for fresh opportunities.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26080"/>
            <a:ext cx="73152" cy="1554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Output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5204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formatted Excel files with enhanced data analysis capabilities.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00600" y="292608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926080"/>
            <a:ext cx="73152" cy="1554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Components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74920" y="35204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components for search, Excel writing, and file operations.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Improvements</a:t>
            </a:r>
            <a:endParaRPr lang="en-US" sz="4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Old Version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New Version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Improvement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Keywords per Run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</a:rPr>
                        <a:t>Unlimited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</a:rPr>
                        <a:t>∞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Components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</a:rPr>
                        <a:t>4 + tests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</a:rPr>
                        <a:t>400%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Code Reusability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0%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</a:rPr>
                        <a:t>~60%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Output Format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CSV only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</a:rPr>
                        <a:t>Excel (.xlsx)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</a:rPr>
                        <a:t>Enhanced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Testing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None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</a:rPr>
                        <a:t>Unit tests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</a:rPr>
                        <a:t>Production-ready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Maintainability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</a:rPr>
                        <a:t>Modular design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Comparison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Old: Single Keyword (~5 min)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Input keyword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Open browser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Search MyCareersFuture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Extract job data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Write CSV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Batch Processing (~15 min for 30)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1463040"/>
            <a:ext cx="411480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73736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Choose: Single or Multiple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Select Excel file (keywords)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Read &amp; filter keyword list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For each keyword: Search &amp; extract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Consolidate results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Write formatted Excel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Display total jobs found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Gains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8288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Reduction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batch processing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8288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3474720" y="2743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3108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multiple keywords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8288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6309360" y="2743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Fixes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3108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debugging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Considerations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Breaking Changes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format: CSV → Excel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interaction flow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file required for multiple keywords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variable structure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0" y="1097280"/>
            <a:ext cx="41148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Migration Path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old version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new components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Orchestrator package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 dev environment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user training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production rollout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828800" y="1828800"/>
            <a:ext cx="5486400" cy="228600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011680" y="21031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APPROVE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011680" y="2926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ROI • Enterprise-Ready • Scalable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43891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Investment: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$9,500 | </a:t>
            </a: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Payback: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| </a:t>
            </a: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ROI: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178%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645920" y="1463040"/>
            <a:ext cx="5852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Stakeholder Review &amp; Approval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Review business case and technical details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Development Sprint Kickoff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2-3 week full-time or 11-13 week part-time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User Training &amp; Documentation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Prepare users for new workflow and features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Staged Production Rollout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Deploy with monitoring and support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Development Team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rpa-support@company.com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686</Words>
  <Application>Microsoft Office PowerPoint</Application>
  <PresentationFormat>On-screen Show (16:9)</PresentationFormat>
  <Paragraphs>210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MyCareersFuture Job Search Automation v2.0 - Release Notes</dc:title>
  <dc:subject>PptxGenJS Presentation</dc:subject>
  <dc:creator>RPA Development Team</dc:creator>
  <cp:lastModifiedBy>R W</cp:lastModifiedBy>
  <cp:revision>4</cp:revision>
  <dcterms:created xsi:type="dcterms:W3CDTF">2026-02-08T09:17:13Z</dcterms:created>
  <dcterms:modified xsi:type="dcterms:W3CDTF">2026-02-08T09:25:02Z</dcterms:modified>
</cp:coreProperties>
</file>